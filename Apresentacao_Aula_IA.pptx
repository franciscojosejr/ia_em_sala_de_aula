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População Brasileira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Geografia - 5º 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/>
            </a:pPr>
            <a:r>
              <a:t>Objetivos de Aprendizagem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Identificar a população total aproximada do Brasil e sua distribuição regional.</a:t>
            </a:r>
          </a:p>
          <a:p>
            <a:pPr>
              <a:defRPr sz="2400"/>
            </a:pPr>
            <a:r>
              <a:t>Explicar o conceito de densidade demográfica com exemplos simples.</a:t>
            </a:r>
          </a:p>
          <a:p>
            <a:pPr>
              <a:defRPr sz="2400"/>
            </a:pPr>
            <a:r>
              <a:t>Reconhecer fatores que influenciam a concentração populacional.</a:t>
            </a:r>
          </a:p>
          <a:p>
            <a:pPr>
              <a:defRPr sz="2400"/>
            </a:pPr>
            <a:r>
              <a:t>Interpretar um mapa temático sobre população brasileira.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/>
            </a:pPr>
            <a:r>
              <a:t>Habilidades/Competências (BNCC)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EF05GE04: Identificar e comparar características da população brasileira em diferentes regiões.</a:t>
            </a:r>
          </a:p>
          <a:p>
            <a:pPr>
              <a:defRPr sz="2400"/>
            </a:pPr>
            <a:r>
              <a:t>EF05GE05: Ler e interpretar mapas temáticos.</a:t>
            </a:r>
          </a:p>
          <a:p>
            <a:pPr>
              <a:defRPr sz="2400"/>
            </a:pPr>
            <a:r>
              <a:t>Pensamento crítico e uso de tecnologia digital.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/>
            </a:pPr>
            <a:r>
              <a:t>Conteúdo Programático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População total do Brasil (dados atualizados).</a:t>
            </a:r>
          </a:p>
          <a:p>
            <a:pPr>
              <a:defRPr sz="2400"/>
            </a:pPr>
            <a:r>
              <a:t>Distribuição regional e densidade demográfica.</a:t>
            </a:r>
          </a:p>
          <a:p>
            <a:pPr>
              <a:defRPr sz="2400"/>
            </a:pPr>
            <a:r>
              <a:t>Fatores de concentração populacional.</a:t>
            </a:r>
          </a:p>
          <a:p>
            <a:pPr>
              <a:defRPr sz="2400"/>
            </a:pPr>
            <a:r>
              <a:t>Leitura de mapas temáticos.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/>
            </a:pPr>
            <a:r>
              <a:t>Metodologia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Acolhida e pergunta disparadora.</a:t>
            </a:r>
          </a:p>
          <a:p>
            <a:pPr>
              <a:defRPr sz="2400"/>
            </a:pPr>
            <a:r>
              <a:t>Exposição dialogada com slides.</a:t>
            </a:r>
          </a:p>
          <a:p>
            <a:pPr>
              <a:defRPr sz="2400"/>
            </a:pPr>
            <a:r>
              <a:t>Atividade em duplas com mapas interativos.</a:t>
            </a:r>
          </a:p>
          <a:p>
            <a:pPr>
              <a:defRPr sz="2400"/>
            </a:pPr>
            <a:r>
              <a:t>Debate rápido sobre fatores populacionais.</a:t>
            </a:r>
          </a:p>
          <a:p>
            <a:pPr>
              <a:defRPr sz="2400"/>
            </a:pPr>
            <a:r>
              <a:t>Fechamento com resumo coletivo.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/>
            </a:pPr>
            <a:r>
              <a:t>Conceitos-Chave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Dados demográficos: informações sobre população (idade, gênero, escolaridade).</a:t>
            </a:r>
          </a:p>
          <a:p>
            <a:pPr>
              <a:defRPr sz="2400"/>
            </a:pPr>
            <a:r>
              <a:t>Densidade populacional: número de pessoas por km².</a:t>
            </a:r>
          </a:p>
          <a:p>
            <a:pPr>
              <a:defRPr sz="2400"/>
            </a:pPr>
            <a:r>
              <a:t>Exemplo: Cidade com 10 mil pessoas em 100 km² → 100 pessoas/km².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/>
            </a:pPr>
            <a:r>
              <a:t>Atividade Prática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Grupos escolhem duas regiões do Brasil e pesquisam população e área.</a:t>
            </a:r>
          </a:p>
          <a:p>
            <a:pPr>
              <a:defRPr sz="2400"/>
            </a:pPr>
            <a:r>
              <a:t>Desenhar retângulos representando áreas e preencher com pontos.</a:t>
            </a:r>
          </a:p>
          <a:p>
            <a:pPr>
              <a:defRPr sz="2400"/>
            </a:pPr>
            <a:r>
              <a:t>Calcular densidade populacional e apresentar ao grupo maior.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/>
            </a:pPr>
            <a:r>
              <a:t>Recursos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Computador ou tablet com internet.</a:t>
            </a:r>
          </a:p>
          <a:p>
            <a:pPr>
              <a:defRPr sz="2400"/>
            </a:pPr>
            <a:r>
              <a:t>Projetor e slides.</a:t>
            </a:r>
          </a:p>
          <a:p>
            <a:pPr>
              <a:defRPr sz="2400"/>
            </a:pPr>
            <a:r>
              <a:t>Mapa interativo (IBGE, Google Maps).</a:t>
            </a:r>
          </a:p>
          <a:p>
            <a:pPr>
              <a:defRPr sz="2400"/>
            </a:pPr>
            <a:r>
              <a:t>IA para suporte (ex.: Copilot).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/>
            </a:pPr>
            <a:r>
              <a:t>Avaliação (Rubrica Simplificada)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Compreensão visual: identifica regiões mais/menos povoadas.</a:t>
            </a:r>
          </a:p>
          <a:p>
            <a:pPr>
              <a:defRPr sz="2400"/>
            </a:pPr>
            <a:r>
              <a:t>Frase explicativa simples sobre densidade populacional.</a:t>
            </a:r>
          </a:p>
          <a:p>
            <a:pPr>
              <a:defRPr sz="2400"/>
            </a:pPr>
            <a:r>
              <a:t>Participação nas atividades e debate.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/>
            </a:pPr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IBGE – Censo Demográfico.</a:t>
            </a:r>
          </a:p>
          <a:p>
            <a:pPr>
              <a:defRPr sz="2400"/>
            </a:pPr>
            <a:r>
              <a:t>BNCC – Base Nacional Comum Curricular.</a:t>
            </a:r>
          </a:p>
          <a:p>
            <a:pPr>
              <a:defRPr sz="2400"/>
            </a:pPr>
            <a:r>
              <a:t>Atlas Geográfico Escolar.</a:t>
            </a:r>
          </a:p>
          <a:p>
            <a:pPr>
              <a:defRPr sz="2400"/>
            </a:pPr>
            <a:r>
              <a:t>Google Maps, IBGE Mapas Interativos.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